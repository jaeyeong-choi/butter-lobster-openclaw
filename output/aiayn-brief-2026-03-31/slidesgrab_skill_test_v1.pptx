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868201-fegh58yo7z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868499-mw6k1crnp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868781-8vvgygaap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869063-99avda8d0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869361-gifmid5i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2026-04-01T00:04:29Z</dcterms:created>
  <dcterms:modified xsi:type="dcterms:W3CDTF">2026-04-01T00:04:29Z</dcterms:modified>
</cp:coreProperties>
</file>