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200" b="1">
                <a:solidFill>
                  <a:srgbClr val="2D2352"/>
                </a:solidFill>
              </a:defRPr>
            </a:pPr>
            <a:r>
              <a:t>Attention Is All You Need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4C6EF5"/>
                </a:solidFill>
              </a:defRPr>
            </a:pPr>
            <a:r>
              <a:t>Summary slides for quick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D2352"/>
                </a:solidFill>
              </a:defRPr>
            </a:pPr>
            <a:r>
              <a:t>Why this paper mattered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RNN/CNN 기반 Seq2Seq 한계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장거리 의존성 + 병렬화 문제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Attention 중심 구조로 전환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D2352"/>
                </a:solidFill>
              </a:defRPr>
            </a:pPr>
            <a:r>
              <a:t>Core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Encoder-Decoder Transformer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Multi-Head Self-Attention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FFN + Residual + LayerNorm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D2352"/>
                </a:solidFill>
              </a:defRPr>
            </a:pPr>
            <a:r>
              <a:t>Scaled Dot-Product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Attention(Q,K,V)=softmax(QK^T/sqrt(d_k))V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스케일링으로 안정적 학습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토큰 간 관계를 직접 계산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D2352"/>
                </a:solidFill>
              </a:defRPr>
            </a:pPr>
            <a:r>
              <a:t>Multi-Head + Positional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여러 head가 다양한 관계를 병렬 학습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순서 정보는 positional encoding으로 주입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RNN 없이도 시퀀스 처리 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D2352"/>
                </a:solidFill>
              </a:defRPr>
            </a:pPr>
            <a:r>
              <a:t>Results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WMT 번역 벤치마크에서 strong performance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학습 병렬화 효율 개선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BERT/GPT 등 현대 LLM의 기반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D2352"/>
                </a:solidFill>
              </a:defRPr>
            </a:pPr>
            <a:r>
              <a:t>Limitations and follow-ups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Self-attention O(n^2) 비용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긴 문맥 비용 문제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Sparse/Linear/FlashAttention 등 후속 연구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D2352"/>
                </a:solidFill>
              </a:defRPr>
            </a:pPr>
            <a:r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Transformer 이해 = LLM 이해의 핵심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성능 + 효율을 함께 봐야 함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Attention 설계가 실제 품질을 좌우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