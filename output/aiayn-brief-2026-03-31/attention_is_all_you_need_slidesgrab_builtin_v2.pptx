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457586-7ym3wi4fe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457896-cf6yibszkr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458259-v7mszt9n1d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458577-jkf3hbik4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458889-8oxowsibpx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459190-00pekodrqoig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2026-03-31T23:57:39Z</dcterms:created>
  <dcterms:modified xsi:type="dcterms:W3CDTF">2026-03-31T23:57:39Z</dcterms:modified>
</cp:coreProperties>
</file>