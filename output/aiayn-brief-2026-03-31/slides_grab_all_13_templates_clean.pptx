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671457-4tavb5bzps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671763-vtxgnfkzy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672035-kgpebs7sl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672296-3bggaihya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672598-apma87s41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672870-gybsk6o8rr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673166-z84a08yh2v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673504-qfsib6blf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673979-i4k80u23p7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674247-oam3k6g8b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674541-8zr5nmr480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674807-jc4wzej6s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ky/4yngslkx62nd58rvyg7nvn8c0000gn/T/slide-1775001675144-kg5vi1jzc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2026-04-01T00:01:15Z</dcterms:created>
  <dcterms:modified xsi:type="dcterms:W3CDTF">2026-04-01T00:01:15Z</dcterms:modified>
</cp:coreProperties>
</file>