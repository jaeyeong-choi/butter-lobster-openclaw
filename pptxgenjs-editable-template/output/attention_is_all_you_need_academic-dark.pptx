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822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DGIST / RESEARCH SEMINAR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737360" y="1234440"/>
            <a:ext cx="8686800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A8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600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Architecture Brief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08960" y="3794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04월 발표 자료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51760" y="4297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발표자: Jaeyeong CHOI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발표명: Attention Is All You Need Presentation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소속: DGIST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35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recurrence bottlenecks to attention-first modeling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1F2937"/>
          </a:solidFill>
          <a:ln w="12700">
            <a:solidFill>
              <a:srgbClr val="2F3C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074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Long-range dependency learning was difficult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Sequential processing limited parallelism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up increased training cost
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3A2B1C"/>
          </a:solidFill>
          <a:ln w="12700">
            <a:solidFill>
              <a:srgbClr val="2F3C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37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920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Self-attention directly models token relations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Parallel-friendly architecture improved throughput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Enabled practical large-scale pretraining
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mechanism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35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835640" cy="4389120"/>
          </a:xfrm>
          <a:prstGeom prst="roundRect">
            <a:avLst>
              <a:gd name="adj" fmla="val 1250"/>
            </a:avLst>
          </a:prstGeom>
          <a:solidFill>
            <a:srgbClr val="1F2937"/>
          </a:solidFill>
          <a:ln w="12700">
            <a:solidFill>
              <a:srgbClr val="2F3C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Attention(Q, K, V) = softmax(QK^T / sqrt(d_k))V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103327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QK^T computes token-to-token relevance
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sqrt(d_k) scaling improves optimization stability
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Weighted V aggregation builds contextual representations
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impact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35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report-style table block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835640" cy="4389120"/>
          </a:xfrm>
          <a:prstGeom prst="roundRect">
            <a:avLst>
              <a:gd name="adj" fmla="val 1250"/>
            </a:avLst>
          </a:prstGeom>
          <a:solidFill>
            <a:srgbClr val="1F2937"/>
          </a:solidFill>
          <a:ln w="12700">
            <a:solidFill>
              <a:srgbClr val="2F3C52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378440" cy="3611880"/>
        </p:xfrm>
        <a:graphic>
          <a:graphicData uri="http://schemas.openxmlformats.org/drawingml/2006/table">
            <a:tbl>
              <a:tblPr/>
              <a:tblGrid>
                <a:gridCol w="2560320"/>
                <a:gridCol w="7818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from recurrence-centric to attention-centric sequence modeling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Substantially improved training parallelism and scalability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 backbone used by BERT, GPT, and modern LLM families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914400" y="2011680"/>
            <a:ext cx="10378440" cy="411480"/>
          </a:xfrm>
          <a:prstGeom prst="rect">
            <a:avLst/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093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2093976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3557D6"/>
          </a:solidFill>
          <a:ln w="12700">
            <a:solidFill>
              <a:srgbClr val="35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35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constraints and design lessons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3A2B1C"/>
          </a:solidFill>
          <a:ln w="12700">
            <a:solidFill>
              <a:srgbClr val="2F3C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074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Self-attention complexity grows quadratically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Long-context increases memory and latency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needs efficiency tuning
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2D1F45"/>
          </a:solidFill>
          <a:ln w="12700">
            <a:solidFill>
              <a:srgbClr val="2F3C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37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920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Transformer literacy is core LLM literacy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and efficiency should be co-optimized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Attention design choices shape capability
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DGIST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Presentation</dc:title>
  <dc:subject>Attention Is All You Need</dc:subject>
  <dc:creator>Jaeyeong CHOI</dc:creator>
  <cp:lastModifiedBy>Jaeyeong CHOI</cp:lastModifiedBy>
  <cp:revision>1</cp:revision>
  <dcterms:created xsi:type="dcterms:W3CDTF">2026-04-01T00:25:24Z</dcterms:created>
  <dcterms:modified xsi:type="dcterms:W3CDTF">2026-04-01T00:25:24Z</dcterms:modified>
</cp:coreProperties>
</file>