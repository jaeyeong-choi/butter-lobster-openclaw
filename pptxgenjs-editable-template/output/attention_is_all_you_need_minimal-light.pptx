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E5BFF"/>
          </a:solidFill>
          <a:ln w="12700">
            <a:solidFill>
              <a:srgbClr val="2E5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0" y="822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DGIST / RESEARCH SEMINAR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737360" y="1234440"/>
            <a:ext cx="8686800" cy="2148840"/>
          </a:xfrm>
          <a:prstGeom prst="roundRect">
            <a:avLst>
              <a:gd name="adj" fmla="val 340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6F8E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0" y="160020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Is All You Need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011680" y="233172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Architecture Brief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108960" y="379476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04월 발표 자료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651760" y="429768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발표자: Jaeyeong CHOI
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발표명: Attention Is All You Need Presentation
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소속: DGIST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0" y="4572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65836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Jaeyeong CHOI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0" y="658368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Is All You Need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E5BFF"/>
          </a:solidFill>
          <a:ln w="12700">
            <a:solidFill>
              <a:srgbClr val="2E5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502920"/>
            <a:ext cx="438912" cy="310896"/>
          </a:xfrm>
          <a:prstGeom prst="roundRect">
            <a:avLst>
              <a:gd name="adj" fmla="val 8824"/>
            </a:avLst>
          </a:prstGeom>
          <a:solidFill>
            <a:srgbClr val="2E5BFF"/>
          </a:solidFill>
          <a:ln w="12700">
            <a:solidFill>
              <a:srgbClr val="2E5B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548640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3000" y="457200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paper mattered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43000" y="868680"/>
            <a:ext cx="9966960" cy="0"/>
          </a:xfrm>
          <a:prstGeom prst="line">
            <a:avLst/>
          </a:prstGeom>
          <a:noFill/>
          <a:ln w="12700">
            <a:solidFill>
              <a:srgbClr val="2E5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914400"/>
            <a:ext cx="9875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recurrence bottlenecks to attention-first modeling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0" y="4572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65836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Jaeyeong CHOI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0" y="658368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Is All You Need Presentation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645920"/>
            <a:ext cx="544068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E6E8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173736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2148840"/>
            <a:ext cx="5074920" cy="2560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Long-range dependency learning was difficult
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Sequential processing limited parallelism
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Scaling up increased training cost
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309360" y="1645920"/>
            <a:ext cx="5212080" cy="4389120"/>
          </a:xfrm>
          <a:prstGeom prst="roundRect">
            <a:avLst>
              <a:gd name="adj" fmla="val 1250"/>
            </a:avLst>
          </a:prstGeom>
          <a:solidFill>
            <a:srgbClr val="FFF7ED"/>
          </a:solidFill>
          <a:ln w="12700">
            <a:solidFill>
              <a:srgbClr val="E6E8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1737360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0" y="2148840"/>
            <a:ext cx="4892040" cy="2560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Self-attention directly models token relations
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Parallel-friendly architecture improved throughput
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Enabled practical large-scale pretraining
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E5BFF"/>
          </a:solidFill>
          <a:ln w="12700">
            <a:solidFill>
              <a:srgbClr val="2E5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502920"/>
            <a:ext cx="438912" cy="310896"/>
          </a:xfrm>
          <a:prstGeom prst="roundRect">
            <a:avLst>
              <a:gd name="adj" fmla="val 8824"/>
            </a:avLst>
          </a:prstGeom>
          <a:solidFill>
            <a:srgbClr val="2E5BFF"/>
          </a:solidFill>
          <a:ln w="12700">
            <a:solidFill>
              <a:srgbClr val="2E5B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548640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3000" y="457200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mechanism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43000" y="868680"/>
            <a:ext cx="9966960" cy="0"/>
          </a:xfrm>
          <a:prstGeom prst="line">
            <a:avLst/>
          </a:prstGeom>
          <a:noFill/>
          <a:ln w="12700">
            <a:solidFill>
              <a:srgbClr val="2E5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914400"/>
            <a:ext cx="9875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dot-product attention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0" y="4572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65836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Jaeyeong CHOI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0" y="658368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Is All You Need Presentation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645920"/>
            <a:ext cx="1083564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E6E8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173736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formula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14884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Attention(Q, K, V) = softmax(QK^T / sqrt(d_k))V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14400" y="2834640"/>
            <a:ext cx="10332720" cy="2560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QK^T computes token-to-token relevance
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sqrt(d_k) scaling improves optimization stability
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Weighted V aggregation builds contextual representations
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E5BFF"/>
          </a:solidFill>
          <a:ln w="12700">
            <a:solidFill>
              <a:srgbClr val="2E5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502920"/>
            <a:ext cx="438912" cy="310896"/>
          </a:xfrm>
          <a:prstGeom prst="roundRect">
            <a:avLst>
              <a:gd name="adj" fmla="val 8824"/>
            </a:avLst>
          </a:prstGeom>
          <a:solidFill>
            <a:srgbClr val="2E5BFF"/>
          </a:solidFill>
          <a:ln w="12700">
            <a:solidFill>
              <a:srgbClr val="2E5B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548640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3000" y="457200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impact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43000" y="868680"/>
            <a:ext cx="9966960" cy="0"/>
          </a:xfrm>
          <a:prstGeom prst="line">
            <a:avLst/>
          </a:prstGeom>
          <a:noFill/>
          <a:ln w="12700">
            <a:solidFill>
              <a:srgbClr val="2E5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914400"/>
            <a:ext cx="9875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report-style table block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0" y="4572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65836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Jaeyeong CHOI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0" y="658368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Is All You Need Presentation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645920"/>
            <a:ext cx="1083564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E6E8EF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011680"/>
          <a:ext cx="10378440" cy="3611880"/>
        </p:xfrm>
        <a:graphic>
          <a:graphicData uri="http://schemas.openxmlformats.org/drawingml/2006/table">
            <a:tbl>
              <a:tblPr/>
              <a:tblGrid>
                <a:gridCol w="2560320"/>
                <a:gridCol w="78181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 from recurrence-centric to attention-centric sequence modeling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Substantially improved training parallelism and scalability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Established backbone used by BERT, GPT, and modern LLM families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914400" y="2011680"/>
            <a:ext cx="10378440" cy="411480"/>
          </a:xfrm>
          <a:prstGeom prst="rect">
            <a:avLst/>
          </a:prstGeom>
          <a:solidFill>
            <a:srgbClr val="2E5BFF"/>
          </a:solidFill>
          <a:ln w="12700">
            <a:solidFill>
              <a:srgbClr val="2E5B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87552" y="2093976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611880" y="2093976"/>
            <a:ext cx="7223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E5BFF"/>
          </a:solidFill>
          <a:ln w="12700">
            <a:solidFill>
              <a:srgbClr val="2E5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502920"/>
            <a:ext cx="438912" cy="310896"/>
          </a:xfrm>
          <a:prstGeom prst="roundRect">
            <a:avLst>
              <a:gd name="adj" fmla="val 8824"/>
            </a:avLst>
          </a:prstGeom>
          <a:solidFill>
            <a:srgbClr val="2E5BFF"/>
          </a:solidFill>
          <a:ln w="12700">
            <a:solidFill>
              <a:srgbClr val="2E5B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548640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3000" y="457200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takeaways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43000" y="868680"/>
            <a:ext cx="9966960" cy="0"/>
          </a:xfrm>
          <a:prstGeom prst="line">
            <a:avLst/>
          </a:prstGeom>
          <a:noFill/>
          <a:ln w="12700">
            <a:solidFill>
              <a:srgbClr val="2E5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914400"/>
            <a:ext cx="9875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constraints and design lessons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0" y="4572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65836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Jaeyeong CHOI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0" y="658368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Is All You Need Presentation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645920"/>
            <a:ext cx="5440680" cy="4389120"/>
          </a:xfrm>
          <a:prstGeom prst="roundRect">
            <a:avLst>
              <a:gd name="adj" fmla="val 1250"/>
            </a:avLst>
          </a:prstGeom>
          <a:solidFill>
            <a:srgbClr val="FFF7ED"/>
          </a:solidFill>
          <a:ln w="12700">
            <a:solidFill>
              <a:srgbClr val="E6E8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173736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2148840"/>
            <a:ext cx="5074920" cy="2560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Self-attention complexity grows quadratically
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Long-context increases memory and latency
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Production deployment needs efficiency tuning
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309360" y="1645920"/>
            <a:ext cx="5212080" cy="4389120"/>
          </a:xfrm>
          <a:prstGeom prst="roundRect">
            <a:avLst>
              <a:gd name="adj" fmla="val 1250"/>
            </a:avLst>
          </a:prstGeom>
          <a:solidFill>
            <a:srgbClr val="F5F3FF"/>
          </a:solidFill>
          <a:ln w="12700">
            <a:solidFill>
              <a:srgbClr val="E6E8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1737360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0" y="2148840"/>
            <a:ext cx="4892040" cy="2560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Transformer literacy is core LLM literacy
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Quality and efficiency should be co-optimized
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Attention design choices shape capability
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DGIST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Attention Is All You Need Presentation</dc:title>
  <dc:subject>Attention Is All You Need</dc:subject>
  <dc:creator>Jaeyeong CHOI</dc:creator>
  <cp:lastModifiedBy>Jaeyeong CHOI</cp:lastModifiedBy>
  <cp:revision>1</cp:revision>
  <dcterms:created xsi:type="dcterms:W3CDTF">2026-04-01T00:25:24Z</dcterms:created>
  <dcterms:modified xsi:type="dcterms:W3CDTF">2026-04-01T00:25:24Z</dcterms:modified>
</cp:coreProperties>
</file>