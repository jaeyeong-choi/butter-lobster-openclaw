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49039" y="868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E6FA"/>
                </a:solidFill>
                <a:latin typeface="Apple SD Gothic Neo"/>
              </a:defRPr>
            </a:pPr>
            <a:r>
              <a:t>DGIST / RESEARCH SEMINAR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25880"/>
            <a:ext cx="85496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47472"/>
          <a:lstStyle/>
          <a:p>
            <a:pPr algn="ctr">
              <a:defRPr sz="4400" b="1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 algn="ctr">
              <a:defRPr sz="2000">
                <a:solidFill>
                  <a:srgbClr val="DCE6FA"/>
                </a:solidFill>
                <a:latin typeface="Apple SD Gothic Neo"/>
              </a:defRPr>
            </a:pPr>
            <a:r>
              <a:t>Transformer Architecture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749039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E6FA"/>
                </a:solidFill>
                <a:latin typeface="Apple SD Gothic Neo"/>
              </a:defRPr>
            </a:pPr>
            <a:r>
              <a:t>2026년 03월 발표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4434840"/>
            <a:ext cx="6309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발표자: Jaeyeong CHOI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발표명: Attention Is All You Need Presentation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소속: DGIST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연구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한 문장 요약과 핵심 메시지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1874519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02920"/>
          <a:lstStyle/>
          <a:p>
            <a:pPr algn="ctr"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RNN/CNN 없이 Self-Attention 중심 구조를 제안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학습 병렬화를 크게 향상해 대규모 학습 기반을 마련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현대 LLM 아키텍처의 출발점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장거리 의존성 학습 어려움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순차 처리의 병렬화 한계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학습 비용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문제의식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Attention-only 구조 채택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직접적 토큰 관계 계산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확장 가능한 학습 패턴 제공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핵심 연산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424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QK^T로 토큰 간 관련도 계산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sqrt(d_k) 스케일링으로 softmax 안정화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V 가중합으로 문맥 표현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결과와 영향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보고서 스타일 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084831"/>
          <a:ext cx="104241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863840"/>
              </a:tblGrid>
              <a:tr h="8503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Recurrence 중심에서 Attention 중심으로 전환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학습 병렬화 및 확장성 대폭 향상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BERT/GPT 등 현대 LLM 구조의 기반 확립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한계와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발표 마무리용 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5349240" cy="4370832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Self-Attention의 계산 비용은 O(n^2)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긴 문맥에서 메모리/지연 비용 증가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배포 환경에서 효율 최적화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한계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755648"/>
            <a:ext cx="5349240" cy="4370832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Transformer 이해는 LLM 이해의 출발점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성능과 효율을 함께 최적화해야 함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Attention 설계 선택이 모델 역량을 좌우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65376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요약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