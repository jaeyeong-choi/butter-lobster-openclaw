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475" y="274320"/>
            <a:ext cx="4460744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475" y="274320"/>
            <a:ext cx="4460744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475" y="274320"/>
            <a:ext cx="4460744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475" y="274320"/>
            <a:ext cx="4460744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475" y="274320"/>
            <a:ext cx="4460744" cy="6309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