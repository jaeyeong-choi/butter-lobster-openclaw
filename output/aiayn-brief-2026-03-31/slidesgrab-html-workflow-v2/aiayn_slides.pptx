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2468711-k8ywa3adf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2469000-zaxpzbr866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2469303-twg4lleq7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2469607-lwwdhwrsz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2469915-ehvkvh3ead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2470235-k08lolff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2026-04-01T00:14:30Z</dcterms:created>
  <dcterms:modified xsi:type="dcterms:W3CDTF">2026-04-01T00:14:30Z</dcterms:modified>
</cp:coreProperties>
</file>