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898" y="274320"/>
            <a:ext cx="4459898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898" y="274320"/>
            <a:ext cx="4459898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898" y="274320"/>
            <a:ext cx="4459898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898" y="274320"/>
            <a:ext cx="4459898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898" y="274320"/>
            <a:ext cx="4459898" cy="6309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