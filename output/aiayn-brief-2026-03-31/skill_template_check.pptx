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"/>
            <a:ext cx="269748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18E"/>
                </a:solidFill>
                <a:latin typeface="Arial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718E"/>
                </a:solidFill>
                <a:latin typeface="Arial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8992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1704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718E"/>
                </a:solidFill>
                <a:latin typeface="Arial"/>
              </a:defRPr>
            </a:pPr>
            <a:r>
              <a:t>Template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749807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164592" tIns="640080" bIns="91440"/>
          <a:lstStyle/>
          <a:p>
            <a:pPr algn="ctr">
              <a:spcAft>
                <a:spcPts val="800"/>
              </a:spcAft>
              <a:defRPr sz="2400">
                <a:solidFill>
                  <a:srgbClr val="222734"/>
                </a:solidFill>
                <a:latin typeface="Arial"/>
              </a:defRPr>
            </a:pPr>
            <a:r>
              <a:t>• 핵심 메시지 1</a:t>
            </a:r>
          </a:p>
          <a:p>
            <a:pPr>
              <a:spcAft>
                <a:spcPts val="800"/>
              </a:spcAft>
              <a:defRPr sz="2400">
                <a:solidFill>
                  <a:srgbClr val="222734"/>
                </a:solidFill>
                <a:latin typeface="Arial"/>
              </a:defRPr>
            </a:pPr>
            <a:r>
              <a:t>• 핵심 메시지 2</a:t>
            </a:r>
          </a:p>
          <a:p>
            <a:pPr>
              <a:spcAft>
                <a:spcPts val="800"/>
              </a:spcAft>
              <a:defRPr sz="2400">
                <a:solidFill>
                  <a:srgbClr val="222734"/>
                </a:solidFill>
                <a:latin typeface="Arial"/>
              </a:defRPr>
            </a:pPr>
            <a:r>
              <a:t>• 핵심 메시지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"/>
            <a:ext cx="269748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18E"/>
                </a:solidFill>
                <a:latin typeface="Arial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718E"/>
                </a:solidFill>
                <a:latin typeface="Arial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8992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9728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164592" tIns="566928" bIns="91440"/>
          <a:lstStyle/>
          <a:p>
            <a:pPr algn="ctr">
              <a:spcAft>
                <a:spcPts val="800"/>
              </a:spcAft>
              <a:defRPr sz="2200">
                <a:solidFill>
                  <a:srgbClr val="222734"/>
                </a:solidFill>
                <a:latin typeface="Arial"/>
              </a:defRPr>
            </a:pPr>
            <a:r>
              <a:t>• Point 1</a:t>
            </a:r>
          </a:p>
          <a:p>
            <a:pPr>
              <a:spcAft>
                <a:spcPts val="800"/>
              </a:spcAft>
              <a:defRPr sz="2200">
                <a:solidFill>
                  <a:srgbClr val="222734"/>
                </a:solidFill>
                <a:latin typeface="Arial"/>
              </a:defRPr>
            </a:pPr>
            <a:r>
              <a:t>• Point 2</a:t>
            </a:r>
          </a:p>
          <a:p>
            <a:pPr>
              <a:spcAft>
                <a:spcPts val="800"/>
              </a:spcAft>
              <a:defRPr sz="2200">
                <a:solidFill>
                  <a:srgbClr val="222734"/>
                </a:solidFill>
                <a:latin typeface="Arial"/>
              </a:defRPr>
            </a:pPr>
            <a:r>
              <a:t>•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"/>
            <a:ext cx="269748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18E"/>
                </a:solidFill>
                <a:latin typeface="Arial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718E"/>
                </a:solidFill>
                <a:latin typeface="Arial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8992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9728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164592" tIns="566928" bIns="91440"/>
          <a:lstStyle/>
          <a:p>
            <a:pPr algn="ctr">
              <a:spcAft>
                <a:spcPts val="800"/>
              </a:spcAft>
              <a:defRPr sz="2200">
                <a:solidFill>
                  <a:srgbClr val="222734"/>
                </a:solidFill>
                <a:latin typeface="Arial"/>
              </a:defRPr>
            </a:pPr>
            <a:r>
              <a:t>• Action 1</a:t>
            </a:r>
          </a:p>
          <a:p>
            <a:pPr>
              <a:spcAft>
                <a:spcPts val="800"/>
              </a:spcAft>
              <a:defRPr sz="2200">
                <a:solidFill>
                  <a:srgbClr val="222734"/>
                </a:solidFill>
                <a:latin typeface="Arial"/>
              </a:defRPr>
            </a:pPr>
            <a:r>
              <a:t>• Action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