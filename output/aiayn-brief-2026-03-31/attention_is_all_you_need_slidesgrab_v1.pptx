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332048-vxto43hqbj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332346-gzeoi8gy2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332626-ee14mannx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332901-vx2j84xbz5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333197-8o05t68ok7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333498-12qbl0ta4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2026-03-31T23:55:33Z</dcterms:created>
  <dcterms:modified xsi:type="dcterms:W3CDTF">2026-03-31T23:55:33Z</dcterms:modified>
</cp:coreProperties>
</file>